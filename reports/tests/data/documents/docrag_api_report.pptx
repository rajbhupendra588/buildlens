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DocRAG API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Version 0.1.0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Project: DocRAG</a:t>
            </a:r>
          </a:p>
          <a:p>
            <a:r>
              <a:t>Description: Multimodal Self-Hosted Retrieval-Augmented Generation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- Next.js 15+ (Port 3000)</a:t>
            </a:r>
          </a:p>
          <a:p>
            <a:r>
              <a:t>backend - FastAPI (Port 8000)</a:t>
            </a:r>
          </a:p>
          <a:p>
            <a:r>
              <a:t>qdrant - Qdrant v1.17.0 (Port 6333)</a:t>
            </a:r>
          </a:p>
          <a:p>
            <a:r>
              <a:t>postgres - PostgreSQL 16 (Port 5432)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 /health (Health)</a:t>
            </a:r>
          </a:p>
          <a:p>
            <a:r>
              <a:t>POST /api/v1/ingest/upload (Ingestion)</a:t>
            </a:r>
          </a:p>
          <a:p>
            <a:r>
              <a:t>GET /api/v1/query/search (Retrieval)</a:t>
            </a:r>
          </a:p>
          <a:p>
            <a:r>
              <a:t>POST /api/v1/chat/ask (Chat)</a:t>
            </a:r>
          </a:p>
          <a:p>
            <a:r>
              <a:t>GET /api/v1/chat/ask-stream (Chat)</a:t>
            </a:r>
          </a:p>
          <a:p>
            <a:r>
              <a:t>POST /api/v1/chat/sessions (Chat)</a:t>
            </a:r>
          </a:p>
          <a:p>
            <a:r>
              <a:t>GET /api/v1/chat/sessions (Chat)</a:t>
            </a:r>
          </a:p>
          <a:p>
            <a:r>
              <a:t>PATCH /api/v1/chat/sessions/{session_id} (Chat)</a:t>
            </a:r>
          </a:p>
          <a:p>
            <a:r>
              <a:t>DELETE /api/v1/chat/sessions/{session_id} (Chat)</a:t>
            </a:r>
          </a:p>
          <a:p>
            <a:r>
              <a:t>GET /api/v1/chat/history/{session_id} (Chat)</a:t>
            </a:r>
          </a:p>
          <a:p>
            <a:r>
              <a:t>GET /api/v1/documents/ (Documents)</a:t>
            </a:r>
          </a:p>
          <a:p>
            <a:r>
              <a:t>DELETE /api/v1/documents/{document_id} (Documents)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ChatSession:</a:t>
            </a:r>
          </a:p>
          <a:p>
            <a:r>
              <a:t>  - id: UUID</a:t>
            </a:r>
          </a:p>
          <a:p>
            <a:r>
              <a:t>  - title: string</a:t>
            </a:r>
          </a:p>
          <a:p>
            <a:r>
              <a:t>  - created_at: datetime</a:t>
            </a:r>
          </a:p>
          <a:p>
            <a:r>
              <a:t>  - updated_at: datetime</a:t>
            </a:r>
          </a:p>
          <a:p>
            <a:r>
              <a:t>ChatMessage:</a:t>
            </a:r>
          </a:p>
          <a:p>
            <a:r>
              <a:t>  - id: UUID</a:t>
            </a:r>
          </a:p>
          <a:p>
            <a:r>
              <a:t>  - session_id: UUID</a:t>
            </a:r>
          </a:p>
          <a:p>
            <a:r>
              <a:t>  - role: string</a:t>
            </a:r>
          </a:p>
          <a:p>
            <a:r>
              <a:t>  - content: string</a:t>
            </a:r>
          </a:p>
          <a:p>
            <a:r>
              <a:t>  - created_at: datetime</a:t>
            </a:r>
          </a:p>
          <a:p>
            <a:r>
              <a:t>VectorChunk:</a:t>
            </a:r>
          </a:p>
          <a:p>
            <a:r>
              <a:t>  - id: UUID</a:t>
            </a:r>
          </a:p>
          <a:p>
            <a:r>
              <a:t>  - content: string</a:t>
            </a:r>
          </a:p>
          <a:p>
            <a:r>
              <a:t>  - metadata.document_id: string</a:t>
            </a:r>
          </a:p>
          <a:p>
            <a:r>
              <a:t>  - metadata.file_name: string</a:t>
            </a:r>
          </a:p>
          <a:p>
            <a:r>
              <a:t>  - metadata.chunk_index: integer</a:t>
            </a:r>
          </a:p>
          <a:p>
            <a:r>
              <a:t>  - metadata.char_count: integer</a:t>
            </a:r>
          </a:p>
          <a:p>
            <a:r>
              <a:t>  - metadata.token_count: integer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